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D700"/>
                </a:solidFill>
              </a:defRPr>
            </a:pPr>
            <a:r>
              <a:t>Muzic2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FFFFFF"/>
                </a:solidFill>
              </a:defRPr>
            </a:pPr>
            <a:r>
              <a:t>Презентация по образцу КР (ГОСТ 7.32-2017)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Актуальность и цель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Нужен сервис "всё-в-одном": музыка, караоке, аналитика, рекомендации, офлайн</a:t>
            </a:r>
          </a:p>
          <a:p>
            <a:pPr>
              <a:defRPr sz="2200"/>
            </a:pPr>
            <a:r>
              <a:t>Цель: веб/PWA/нативное приложение с караоке и детальной статистикой</a:t>
            </a:r>
          </a:p>
          <a:p>
            <a:pPr>
              <a:defRPr sz="2200"/>
            </a:pPr>
            <a:r>
              <a:t>Практическая ценность: единый фронт для веб, macOS (Electron), iOS (WKWebView)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Объект, предмет, метод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Объект: веб-приложение для потокового аудио</a:t>
            </a:r>
          </a:p>
          <a:p>
            <a:pPr>
              <a:defRPr sz="2200"/>
            </a:pPr>
            <a:r>
              <a:t>Предмет: архитектура, интерфейсы, синхронизация караоке, аналитика</a:t>
            </a:r>
          </a:p>
          <a:p>
            <a:pPr>
              <a:defRPr sz="2200"/>
            </a:pPr>
            <a:r>
              <a:t>Методы: анализ требований, проектирование, Kanban, тестирование (функц./нагруз.)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Задачи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Спроектировать БД и REST API (PHP/MySQL)</a:t>
            </a:r>
          </a:p>
          <a:p>
            <a:pPr>
              <a:defRPr sz="2200"/>
            </a:pPr>
            <a:r>
              <a:t>Создать SPA с плеером, караоке (LRC ±50 мс)</a:t>
            </a:r>
          </a:p>
          <a:p>
            <a:pPr>
              <a:defRPr sz="2200"/>
            </a:pPr>
            <a:r>
              <a:t>Построить статистику (play_history → listening_stats) и рекомендации</a:t>
            </a:r>
          </a:p>
          <a:p>
            <a:pPr>
              <a:defRPr sz="2200"/>
            </a:pPr>
            <a:r>
              <a:t>Сделать PWA офлайн + нативные сборки (Electron, iOS)</a:t>
            </a:r>
          </a:p>
          <a:p>
            <a:pPr>
              <a:defRPr sz="2200"/>
            </a:pPr>
            <a:r>
              <a:t>Провести тестирование, подготовить развертывание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Основные функции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Плеер: MP3/FLAC/M4A, очередь, кроссфейд</a:t>
            </a:r>
          </a:p>
          <a:p>
            <a:pPr>
              <a:defRPr sz="2200"/>
            </a:pPr>
            <a:r>
              <a:t>Караоке: LRC, подсветка, эффекты, AR-режим</a:t>
            </a:r>
          </a:p>
          <a:p>
            <a:pPr>
              <a:defRPr sz="2200"/>
            </a:pPr>
            <a:r>
              <a:t>Статистика: топы, графики активности, суммарные метрики</a:t>
            </a:r>
          </a:p>
          <a:p>
            <a:pPr>
              <a:defRPr sz="2200"/>
            </a:pPr>
            <a:r>
              <a:t>Плейлисты: CRUD, публичные/приватные, поиск</a:t>
            </a:r>
          </a:p>
          <a:p>
            <a:pPr>
              <a:defRPr sz="2200"/>
            </a:pPr>
            <a:r>
              <a:t>Офлайн: Service Worker, кеш статики и данных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Технологии и стек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Frontend: HTML5, CSS3, JS ES6+, Web Audio API, Canvas, Service Worker</a:t>
            </a:r>
          </a:p>
          <a:p>
            <a:pPr>
              <a:defRPr sz="2200"/>
            </a:pPr>
            <a:r>
              <a:t>Backend: PHP 7.4+, MySQL 8, PDO, REST</a:t>
            </a:r>
          </a:p>
          <a:p>
            <a:pPr>
              <a:defRPr sz="2200"/>
            </a:pPr>
            <a:r>
              <a:t>PWA: офлайн-кэш, манифест; Electron: локальный сервер; iOS: Swift + WKWebView</a:t>
            </a:r>
          </a:p>
          <a:p>
            <a:pPr>
              <a:defRPr sz="2200"/>
            </a:pPr>
            <a:r>
              <a:t>API: login, tracks, playlists, stats, recommendations, mood_mixes, track_play, audio.php (Range)</a:t>
            </a:r>
          </a:p>
          <a:p>
            <a:pPr>
              <a:defRPr sz="2200"/>
            </a:pPr>
            <a:r>
              <a:t>Безопасность: prepared statements, валидация путей, httpOnly-сессии, роли admin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Архитектура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Клиент (SPA/PWA) → REST API (PHP) → БД (MySQL)</a:t>
            </a:r>
          </a:p>
          <a:p>
            <a:pPr>
              <a:defRPr sz="2200"/>
            </a:pPr>
            <a:r>
              <a:t>audio.php: Range, MIME, защита от traversal</a:t>
            </a:r>
          </a:p>
          <a:p>
            <a:pPr>
              <a:defRPr sz="2200"/>
            </a:pPr>
            <a:r>
              <a:t>Service Worker: кеш статики и API для офлайна</a:t>
            </a:r>
          </a:p>
          <a:p>
            <a:pPr>
              <a:defRPr sz="2200"/>
            </a:pPr>
            <a:r>
              <a:t>Масштабирование: вынос аудио/агрегаций, репликация БД, CDN для обложек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База данных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users, tracks, genres, playlists, playlist_tracks</a:t>
            </a:r>
          </a:p>
          <a:p>
            <a:pPr>
              <a:defRPr sz="2200"/>
            </a:pPr>
            <a:r>
              <a:t>play_history (факты) → listening_stats (агрегаты)</a:t>
            </a:r>
          </a:p>
          <a:p>
            <a:pPr>
              <a:defRPr sz="2200"/>
            </a:pPr>
            <a:r>
              <a:t>Индексы: played_at, artist/title; уникальные (playlist_id, track_id)</a:t>
            </a:r>
          </a:p>
          <a:p>
            <a:pPr>
              <a:defRPr sz="2200"/>
            </a:pPr>
            <a:r>
              <a:t>UTC-время, нормализация путей, валидация файлов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Караоке и синхронизация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LRC → парсер → синхронизатор (AudioContext) → подсветка</a:t>
            </a:r>
          </a:p>
          <a:p>
            <a:pPr>
              <a:defRPr sz="2200"/>
            </a:pPr>
            <a:r>
              <a:t>Точность ±50 мс, несколько меток на строку</a:t>
            </a:r>
          </a:p>
          <a:p>
            <a:pPr>
              <a:defRPr sz="2200"/>
            </a:pPr>
            <a:r>
              <a:t>Темы (светлая/тёмная), отключаемые эффекты, ручной offset</a:t>
            </a:r>
          </a:p>
          <a:p>
            <a:pPr>
              <a:defRPr sz="2200"/>
            </a:pPr>
            <a:r>
              <a:t>AR-режим: наложение текста на видеопоток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Статистика и рекомендации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play_history фиксирует каждое прослушивание</a:t>
            </a:r>
          </a:p>
          <a:p>
            <a:pPr>
              <a:defRPr sz="2200"/>
            </a:pPr>
            <a:r>
              <a:t>listening_stats хранит топы, суммарные метрики, активность</a:t>
            </a:r>
          </a:p>
          <a:p>
            <a:pPr>
              <a:defRPr sz="2200"/>
            </a:pPr>
            <a:r>
              <a:t>recommendations.php по топ-артистам; mood_mixes по тегам настроения</a:t>
            </a:r>
          </a:p>
          <a:p>
            <a:pPr>
              <a:defRPr sz="2200"/>
            </a:pPr>
            <a:r>
              <a:t>UI: фильтры по периоду, топы, графики, карточки суммарных часов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Тестирование и безопасность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Функц.: плеер, очередь, караоке, поиск, плейлисты, админ</a:t>
            </a:r>
          </a:p>
          <a:p>
            <a:pPr>
              <a:defRPr sz="2200"/>
            </a:pPr>
            <a:r>
              <a:t>Нагрузка: k6/JMeter (tracks/stats), LCP/CLS/TTFB (Lighthouse)</a:t>
            </a:r>
          </a:p>
          <a:p>
            <a:pPr>
              <a:defRPr sz="2200"/>
            </a:pPr>
            <a:r>
              <a:t>Безопасность: SQLi/XSS/CSRF, проверка путей, httpOnly-сессии, роли</a:t>
            </a:r>
          </a:p>
          <a:p>
            <a:pPr>
              <a:defRPr sz="2200"/>
            </a:pPr>
            <a:r>
              <a:t>Деградация: медленная сеть, Range для аудио, восстановление очереди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План развития и экономика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Соц. функции: совместное прослушивание, публичные плейлисты</a:t>
            </a:r>
          </a:p>
          <a:p>
            <a:pPr>
              <a:defRPr sz="2200"/>
            </a:pPr>
            <a:r>
              <a:t>AI-рекомендации, расширенная отчётность (месяц/год)</a:t>
            </a:r>
          </a:p>
          <a:p>
            <a:pPr>
              <a:defRPr sz="2200"/>
            </a:pPr>
            <a:r>
              <a:t>Затраты: 4–5 чел × 3 мес = 12–15 чел·мес; 1–2 VPS + хранилище/CDN</a:t>
            </a:r>
          </a:p>
          <a:p>
            <a:pPr>
              <a:defRPr sz="2200"/>
            </a:pPr>
            <a:r>
              <a:t>Монетизация: подписка, офлайн-паки, донат артистам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Выводы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Достигнуты цели: плеер, караоке, статистика, офлайн, нативные клиенты</a:t>
            </a:r>
          </a:p>
          <a:p>
            <a:pPr>
              <a:defRPr sz="2200"/>
            </a:pPr>
            <a:r>
              <a:t>Уникальность: караоке + аналитика в едином SPA с офлайном</a:t>
            </a:r>
          </a:p>
          <a:p>
            <a:pPr>
              <a:defRPr sz="2200"/>
            </a:pPr>
            <a:r>
              <a:t>Готово к эксплуатации и расширению без смены стека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