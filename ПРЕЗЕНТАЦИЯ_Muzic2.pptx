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Muzic2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Веб-приложение для воспроизведения музыки</a:t>
            </a:r>
          </a:p>
          <a:p>
            <a:r>
              <a:t>с функционалом караоке и статистики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 проекте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Muzic2 — это полнофункциональный музыкальный веб-сервис, объединяющий:</a:t>
            </a:r>
          </a:p>
          <a:p/>
          <a:p>
            <a:r>
              <a:t>• Караоке-режим с точной синхронизацией текста (LRC)</a:t>
            </a:r>
          </a:p>
          <a:p>
            <a:r>
              <a:t>• Детальную статистику прослушиваний и аналитику</a:t>
            </a:r>
          </a:p>
          <a:p>
            <a:r>
              <a:t>• Умные рекомендации и подборки по настроению</a:t>
            </a:r>
          </a:p>
          <a:p>
            <a:r>
              <a:t>• Кроссплатформенность — веб, PWA, macOS, iOS</a:t>
            </a:r>
          </a:p>
          <a:p>
            <a:r>
              <a:t>• Офлайн-режим для работы без интернета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🎵 Плеер</a:t>
            </a:r>
          </a:p>
          <a:p>
            <a:r>
              <a:t>• Воспроизведение MP3, FLAC, M4A</a:t>
            </a:r>
          </a:p>
          <a:p>
            <a:r>
              <a:t>• Очередь треков</a:t>
            </a:r>
          </a:p>
          <a:p>
            <a:r>
              <a:t>• Кроссфейд между композициями</a:t>
            </a:r>
          </a:p>
          <a:p/>
          <a:p>
            <a:r>
              <a:t>🎤 Караоке</a:t>
            </a:r>
          </a:p>
          <a:p>
            <a:r>
              <a:t>• LRC-синхронизация (±50 мс)</a:t>
            </a:r>
          </a:p>
          <a:p>
            <a:r>
              <a:t>• Визуальные эффекты</a:t>
            </a:r>
          </a:p>
          <a:p>
            <a:r>
              <a:t>• AR-режим с камерой</a:t>
            </a:r>
          </a:p>
          <a:p/>
          <a:p>
            <a:r>
              <a:t>📊 Статистика</a:t>
            </a:r>
          </a:p>
          <a:p>
            <a:r>
              <a:t>• Топ артистов и треков</a:t>
            </a:r>
          </a:p>
          <a:p>
            <a:r>
              <a:t>• Графики активности</a:t>
            </a:r>
          </a:p>
          <a:p>
            <a:r>
              <a:t>• Суммарные метрики</a:t>
            </a:r>
          </a:p>
          <a:p/>
          <a:p>
            <a:r>
              <a:t>📁 Плейлисты</a:t>
            </a:r>
          </a:p>
          <a:p>
            <a:r>
              <a:t>• Создание и управление</a:t>
            </a:r>
          </a:p>
          <a:p>
            <a:r>
              <a:t>• Публичные плейлисты</a:t>
            </a:r>
          </a:p>
          <a:p>
            <a:r>
              <a:t>• Поиск по каталогу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Технологический стек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HTML5, CSS3, JavaScript ES6+, Web Audio API, Canvas, Service Worker</a:t>
            </a:r>
          </a:p>
          <a:p/>
          <a:p>
            <a:r>
              <a:t>Backend: PHP 7.4+, MySQL 8, PDO, REST</a:t>
            </a:r>
          </a:p>
          <a:p/>
          <a:p>
            <a:r>
              <a:t>Desktop: Electron + Node.js</a:t>
            </a:r>
          </a:p>
          <a:p/>
          <a:p>
            <a:r>
              <a:t>Mobile: Swift, WKWebView</a:t>
            </a:r>
          </a:p>
          <a:p/>
          <a:p>
            <a:r>
              <a:t>PWA: офлайн-кэш, манифест, сервис-воркер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Клиент (SPA/PWA) → REST API (PHP) → База данных (MySQL)</a:t>
            </a:r>
          </a:p>
          <a:p/>
          <a:p>
            <a:r>
              <a:t>• Клиентский слой: Single Page Application с навигацией без перезагрузок</a:t>
            </a:r>
          </a:p>
          <a:p>
            <a:r>
              <a:t>• Серверный слой: RESTful API для всех операций</a:t>
            </a:r>
          </a:p>
          <a:p>
            <a:r>
              <a:t>• Хранение данных: MySQL с оптимизированными индексами</a:t>
            </a:r>
          </a:p>
          <a:p>
            <a:r>
              <a:t>• Кэширование: Service Worker для офлайн-режима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базы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Основные таблицы:</a:t>
            </a:r>
          </a:p>
          <a:p>
            <a:r>
              <a:t>• users - пользователи</a:t>
            </a:r>
          </a:p>
          <a:p>
            <a:r>
              <a:t>• tracks - треки</a:t>
            </a:r>
          </a:p>
          <a:p>
            <a:r>
              <a:t>• playlists - плейлисты</a:t>
            </a:r>
          </a:p>
          <a:p>
            <a:r>
              <a:t>• play_history - история прослушиваний</a:t>
            </a:r>
          </a:p>
          <a:p>
            <a:r>
              <a:t>• listening_stats - агрегированная статистика</a:t>
            </a:r>
          </a:p>
          <a:p>
            <a:r>
              <a:t>• genres - жанры</a:t>
            </a:r>
          </a:p>
          <a:p>
            <a:r>
              <a:t>• playlist_tracks - связи плейлистов и треков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Караоке-режим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Ключевые особенности:</a:t>
            </a:r>
          </a:p>
          <a:p/>
          <a:p>
            <a:r>
              <a:t>• LRC-формат: поддержка стандартных файлов синхронизации</a:t>
            </a:r>
          </a:p>
          <a:p>
            <a:r>
              <a:t>• Точность: синхронизация текста с музыкой до ±50 миллисекунд</a:t>
            </a:r>
          </a:p>
          <a:p>
            <a:r>
              <a:t>• Визуальные эффекты: подсветка активной строки, particle-эффекты</a:t>
            </a:r>
          </a:p>
          <a:p>
            <a:r>
              <a:t>• AR-режим: наложение текста на видео с камеры в реальном времени</a:t>
            </a:r>
          </a:p>
          <a:p>
            <a:r>
              <a:t>• Автоматический скролл: плавное перемещение по тексту</a:t>
            </a:r>
          </a:p>
          <a:p/>
          <a:p>
            <a:r>
              <a:t>Уникальная технология синхронизации обеспечивает комфортное пение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Статистика и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Сбор данных</a:t>
            </a:r>
          </a:p>
          <a:p>
            <a:r>
              <a:t>• Каждое прослушивание фиксируется</a:t>
            </a:r>
          </a:p>
          <a:p>
            <a:r>
              <a:t>• Агрегация в реальном времени</a:t>
            </a:r>
          </a:p>
          <a:p>
            <a:r>
              <a:t>• Оптимизированные запросы</a:t>
            </a:r>
          </a:p>
          <a:p/>
          <a:p>
            <a:r>
              <a:t>🎯 Рекомендации</a:t>
            </a:r>
          </a:p>
          <a:p>
            <a:r>
              <a:t>• На основе топ-артистов</a:t>
            </a:r>
          </a:p>
          <a:p>
            <a:r>
              <a:t>• Похожие треки</a:t>
            </a:r>
          </a:p>
          <a:p>
            <a:r>
              <a:t>• Умные подборки</a:t>
            </a:r>
          </a:p>
          <a:p/>
          <a:p>
            <a:r>
              <a:t>😊 Mood Mixes</a:t>
            </a:r>
          </a:p>
          <a:p>
            <a:r>
              <a:t>• Подборки по настроению</a:t>
            </a:r>
          </a:p>
          <a:p>
            <a:r>
              <a:t>• Весёлые, грустные, энергичные</a:t>
            </a:r>
          </a:p>
          <a:p>
            <a:r>
              <a:t>• Персонализированный контент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Кроссплатформенность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💻 macOS (Electron)</a:t>
            </a:r>
          </a:p>
          <a:p>
            <a:r>
              <a:t>• Нативное приложение</a:t>
            </a:r>
          </a:p>
          <a:p>
            <a:r>
              <a:t>• Локальный сервер</a:t>
            </a:r>
          </a:p>
          <a:p>
            <a:r>
              <a:t>• Полный офлайн-режим</a:t>
            </a:r>
          </a:p>
          <a:p/>
          <a:p>
            <a:r>
              <a:t>📱 iOS (Swift)</a:t>
            </a:r>
          </a:p>
          <a:p>
            <a:r>
              <a:t>• WKWebView интеграция</a:t>
            </a:r>
          </a:p>
          <a:p>
            <a:r>
              <a:t>• Работа через file://</a:t>
            </a:r>
          </a:p>
          <a:p>
            <a:r>
              <a:t>• Все функции веб-версии</a:t>
            </a:r>
          </a:p>
          <a:p/>
          <a:p>
            <a:r>
              <a:t>🌐 PWA</a:t>
            </a:r>
          </a:p>
          <a:p>
            <a:r>
              <a:t>• Установка на рабочий стол</a:t>
            </a:r>
          </a:p>
          <a:p>
            <a:r>
              <a:t>• Офлайн-кэш</a:t>
            </a:r>
          </a:p>
          <a:p>
            <a:r>
              <a:t>• Адаптивный дизайн</a:t>
            </a:r>
          </a:p>
          <a:p/>
          <a:p>
            <a:r>
              <a:t>🔄 Единая кодовая база</a:t>
            </a:r>
          </a:p>
          <a:p>
            <a:r>
              <a:t>• Один фронтенд для всех платформ</a:t>
            </a:r>
          </a:p>
          <a:p>
            <a:r>
              <a:t>• Минимум дублирования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Полнофункциональный музыкальный сервис</a:t>
            </a:r>
          </a:p>
          <a:p>
            <a:r>
              <a:t>✅ Уникальный караоке-режим с высокой точностью</a:t>
            </a:r>
          </a:p>
          <a:p>
            <a:r>
              <a:t>✅ Детальная статистика и умные рекомендации</a:t>
            </a:r>
          </a:p>
          <a:p>
            <a:r>
              <a:t>✅ Работа на всех платформах (веб, macOS, iOS)</a:t>
            </a:r>
          </a:p>
          <a:p>
            <a:r>
              <a:t>✅ Офлайн-режим и производительность</a:t>
            </a:r>
          </a:p>
          <a:p/>
          <a:p>
            <a: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